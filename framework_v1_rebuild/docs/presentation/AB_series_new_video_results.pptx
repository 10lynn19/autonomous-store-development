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4f9be6a394880" /><Relationship Type="http://schemas.openxmlformats.org/officeDocument/2006/relationships/extended-properties" Target="/docProps/app.xml" Id="R10823842b45644e6" /><Relationship Type="http://schemas.openxmlformats.org/officeDocument/2006/relationships/officeDocument" Target="/ppt/presentation.xml" Id="R309ddb6217a7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ac05858c44657"/>
  </p:sldMasterIdLst>
  <p:notesMasterIdLst>
    <p:notesMasterId xmlns:r="http://schemas.openxmlformats.org/officeDocument/2006/relationships" r:id="R287aba670d7c4ac3"/>
  </p:notesMasterIdLst>
  <p:sldIdLst>
    <p:sldId xmlns:r="http://schemas.openxmlformats.org/officeDocument/2006/relationships" id="256" r:id="R67be91c3cdda4b3c"/>
    <p:sldId xmlns:r="http://schemas.openxmlformats.org/officeDocument/2006/relationships" id="257" r:id="R92101ccc3b8b471b"/>
    <p:sldId xmlns:r="http://schemas.openxmlformats.org/officeDocument/2006/relationships" id="258" r:id="R0438bf0a6eab4718"/>
    <p:sldId xmlns:r="http://schemas.openxmlformats.org/officeDocument/2006/relationships" id="259" r:id="Rdce030df787f419e"/>
    <p:sldId xmlns:r="http://schemas.openxmlformats.org/officeDocument/2006/relationships" id="260" r:id="Rbe62ccdb6c824969"/>
    <p:sldId xmlns:r="http://schemas.openxmlformats.org/officeDocument/2006/relationships" id="261" r:id="Ra6934ef11a3a4d1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9789e0ee904216" /><Relationship Type="http://schemas.openxmlformats.org/officeDocument/2006/relationships/slideMaster" Target="/ppt/slideMasters/slideMaster1.xml" Id="Rc2eac05858c44657" /><Relationship Type="http://schemas.openxmlformats.org/officeDocument/2006/relationships/notesMaster" Target="/ppt/notesMasters/notesMaster1.xml" Id="R287aba670d7c4ac3" /><Relationship Type="http://schemas.openxmlformats.org/officeDocument/2006/relationships/presProps" Target="/ppt/presProps.xml" Id="R14ad184733214a2f" /><Relationship Type="http://schemas.openxmlformats.org/officeDocument/2006/relationships/tableStyles" Target="/ppt/tableStyles.xml" Id="Re2ccb067eff44031" /><Relationship Type="http://schemas.openxmlformats.org/officeDocument/2006/relationships/slide" Target="/ppt/slides/slide1.xml" Id="R67be91c3cdda4b3c" /><Relationship Type="http://schemas.openxmlformats.org/officeDocument/2006/relationships/slide" Target="/ppt/slides/slide2.xml" Id="R92101ccc3b8b471b" /><Relationship Type="http://schemas.openxmlformats.org/officeDocument/2006/relationships/slide" Target="/ppt/slides/slide3.xml" Id="R0438bf0a6eab4718" /><Relationship Type="http://schemas.openxmlformats.org/officeDocument/2006/relationships/slide" Target="/ppt/slides/slide4.xml" Id="Rdce030df787f419e" /><Relationship Type="http://schemas.openxmlformats.org/officeDocument/2006/relationships/slide" Target="/ppt/slides/slide5.xml" Id="Rbe62ccdb6c824969" /><Relationship Type="http://schemas.openxmlformats.org/officeDocument/2006/relationships/slide" Target="/ppt/slides/slide6.xml" Id="Ra6934ef11a3a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f82689e0047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15f8a5ade40f9" /><Relationship Type="http://schemas.openxmlformats.org/officeDocument/2006/relationships/notesMaster" Target="/ppt/notesMasters/notesMaster1.xml" Id="R633c6e214c9945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a5748eb5b34f34" /><Relationship Type="http://schemas.openxmlformats.org/officeDocument/2006/relationships/notesMaster" Target="/ppt/notesMasters/notesMaster1.xml" Id="Rffd85c0ed7654a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579d3ba394dba" /><Relationship Type="http://schemas.openxmlformats.org/officeDocument/2006/relationships/notesMaster" Target="/ppt/notesMasters/notesMaster1.xml" Id="R8f141b7c6252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8af3007a746a7" /><Relationship Type="http://schemas.openxmlformats.org/officeDocument/2006/relationships/notesMaster" Target="/ppt/notesMasters/notesMaster1.xml" Id="Ra6681c4401ff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7fe1727d444e0" /><Relationship Type="http://schemas.openxmlformats.org/officeDocument/2006/relationships/notesMaster" Target="/ppt/notesMasters/notesMaster1.xml" Id="R1c7b8fcb7f70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6ec0cb50d0402d" /><Relationship Type="http://schemas.openxmlformats.org/officeDocument/2006/relationships/notesMaster" Target="/ppt/notesMasters/notesMaster1.xml" Id="R0939b0178281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configs/dataset_a0_base.yaml through dataset_a6_p_balanced_camera_phone.yaml</a:t>
            </a:r>
          </a:p>
          <a:p xmlns:a="http://schemas.openxmlformats.org/drawingml/2006/main">
            <a:r>
              <a:t>src/train_a0_base.py through train_a6_p_balanced_camera_phone.py</a:t>
            </a:r>
          </a:p>
          <a:p xmlns:a="http://schemas.openxmlformats.org/drawingml/2006/main">
            <a:r>
              <a:t>data/videos_A/camera/more_thinkbar and data/videos_A/camera/more_ziploc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outputs/A_series/tests/*/ground_truth_metrics.json</a:t>
            </a:r>
          </a:p>
          <a:p xmlns:a="http://schemas.openxmlformats.org/drawingml/2006/main">
            <a:r>
              <a:t>Fixed held-out set: 241 images, 1,031 boxes. Inference imgsz=1024; AP confidence floor=0.001; NMS IoU=0.7.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outputs/A_series/tests/a5_balanced_camera_img1024_conf035/videos_mp4/multiple{1,2}.mp4</a:t>
            </a:r>
          </a:p>
          <a:p xmlns:a="http://schemas.openxmlformats.org/drawingml/2006/main">
            <a:r>
              <a:t>outputs/A_series/tests/a6_p_balanced_camera_phone_img1024_conf035/videos_mp4/multiple{1,2}.mp4</a:t>
            </a:r>
          </a:p>
          <a:p xmlns:a="http://schemas.openxmlformats.org/drawingml/2006/main">
            <a:r>
              <a:t>outputs/A_series/tests/a5_balanced_camera_img1024_conf035/video_summary.csv</a:t>
            </a:r>
          </a:p>
          <a:p xmlns:a="http://schemas.openxmlformats.org/drawingml/2006/main">
            <a:r>
              <a:t>outputs/A_series/tests/a6_p_balanced_camera_phone_img1024_conf035/video_summary.csv</a:t>
            </a:r>
          </a:p>
          <a:p xmlns:a="http://schemas.openxmlformats.org/drawingml/2006/main">
            <a:r>
              <a:t>Frame coverage at confidence 0.35. GIFs are four-second excerpts from annotated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docs/B_SERIES_EXPERIMENT.md</a:t>
            </a:r>
          </a:p>
          <a:p xmlns:a="http://schemas.openxmlformats.org/drawingml/2006/main">
            <a:r>
              <a:t>configs/dataset_b0_base.yaml; dataset_b1_camera.yaml; dataset_b2_phone.yaml; dataset_b4_camera_phone.yaml</a:t>
            </a:r>
          </a:p>
          <a:p xmlns:a="http://schemas.openxmlformats.org/drawingml/2006/main">
            <a:r>
              <a:t>src/train_b0_base.py; train_b1_camera.py; train_b2_phone.py; train_b4_camera_phone.py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outputs/B_series/tests/*/ground_truth_metrics.json</a:t>
            </a:r>
          </a:p>
          <a:p xmlns:a="http://schemas.openxmlformats.org/drawingml/2006/main">
            <a:r>
              <a:t>Fixed held-out set: 439 images, 976 boxes. Inference imgsz=1024; AP confidence floor=0.001; NMS IoU=0.7.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outputs/B_series/tests/b1_camera_img1024_conf035/videos/multiple_new{1,2}/multiple_new{1,2}.mp4</a:t>
            </a:r>
          </a:p>
          <a:p xmlns:a="http://schemas.openxmlformats.org/drawingml/2006/main">
            <a:r>
              <a:t>outputs/B_series/tests/b4_camera_phone_img1024_conf035/videos/multiple_new{1,2}/multiple_new{1,2}.mp4</a:t>
            </a:r>
          </a:p>
          <a:p xmlns:a="http://schemas.openxmlformats.org/drawingml/2006/main">
            <a:r>
              <a:t>outputs/B_series/tests/b1_camera_img1024_conf035/video_summary.csv</a:t>
            </a:r>
          </a:p>
          <a:p xmlns:a="http://schemas.openxmlformats.org/drawingml/2006/main">
            <a:r>
              <a:t>outputs/B_series/tests/b4_camera_phone_img1024_conf035/video_summary.csv</a:t>
            </a:r>
          </a:p>
          <a:p xmlns:a="http://schemas.openxmlformats.org/drawingml/2006/main">
            <a:r>
              <a:t>Frame coverage at confidence 0.35. GIFs are four-second excerpts from annotated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19c44fc2d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e2b16371d4cb3" /><Relationship Type="http://schemas.openxmlformats.org/officeDocument/2006/relationships/slideLayout" Target="/ppt/slideLayouts/slideLayout1.xml" Id="Rdb8ae021f096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ae021f096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06cedd034a31" /><Relationship Type="http://schemas.openxmlformats.org/officeDocument/2006/relationships/notesSlide" Target="/ppt/notesSlides/notesSlide1.xml" Id="R95f88af1f583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74ba344c143fd" /><Relationship Type="http://schemas.openxmlformats.org/officeDocument/2006/relationships/chart" Target="/ppt/slides/charts/chart1.xml" Id="R180b07e1a30a4703" /><Relationship Type="http://schemas.openxmlformats.org/officeDocument/2006/relationships/notesSlide" Target="/ppt/notesSlides/notesSlide2.xml" Id="Rc6b6ba38ef9647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e03fa1dee4467" /><Relationship Type="http://schemas.openxmlformats.org/officeDocument/2006/relationships/image" Target="/ppt/media/image.gif" Id="R5e632c35c8514a00" /><Relationship Type="http://schemas.openxmlformats.org/officeDocument/2006/relationships/image" Target="/ppt/media/image2.gif" Id="Rbeeaf8e84a8c469f" /><Relationship Type="http://schemas.openxmlformats.org/officeDocument/2006/relationships/image" Target="/ppt/media/image3.gif" Id="Ra00b574623f245d7" /><Relationship Type="http://schemas.openxmlformats.org/officeDocument/2006/relationships/image" Target="/ppt/media/image4.gif" Id="R5af51cd1740d458a" /><Relationship Type="http://schemas.openxmlformats.org/officeDocument/2006/relationships/notesSlide" Target="/ppt/notesSlides/notesSlide3.xml" Id="R0eebdf7affd4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9b8f05be44368" /><Relationship Type="http://schemas.openxmlformats.org/officeDocument/2006/relationships/notesSlide" Target="/ppt/notesSlides/notesSlide4.xml" Id="R8807eabd0f92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4f7a4517f4b53" /><Relationship Type="http://schemas.openxmlformats.org/officeDocument/2006/relationships/chart" Target="/ppt/slides/charts/chart2.xml" Id="Re7b974300963415a" /><Relationship Type="http://schemas.openxmlformats.org/officeDocument/2006/relationships/notesSlide" Target="/ppt/notesSlides/notesSlide5.xml" Id="R20bbf90d491443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bf3fbfc6b48d2" /><Relationship Type="http://schemas.openxmlformats.org/officeDocument/2006/relationships/image" Target="/ppt/media/image5.gif" Id="Rac60c474413e4330" /><Relationship Type="http://schemas.openxmlformats.org/officeDocument/2006/relationships/image" Target="/ppt/media/image6.gif" Id="Re87bea508c4b4d3f" /><Relationship Type="http://schemas.openxmlformats.org/officeDocument/2006/relationships/image" Target="/ppt/media/image7.gif" Id="Rc050b48f161546e6" /><Relationship Type="http://schemas.openxmlformats.org/officeDocument/2006/relationships/image" Target="/ppt/media/image8.gif" Id="Ra155a0f2d4304f31" /><Relationship Type="http://schemas.openxmlformats.org/officeDocument/2006/relationships/notesSlide" Target="/ppt/notesSlides/notesSlide6.xml" Id="R3df506597adb4e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mAP50</c:v>
          </c:tx>
          <c:spPr>
            <a:solidFill xmlns:a="http://schemas.openxmlformats.org/drawingml/2006/main">
              <a:srgbClr val="4A90E2"/>
            </a:solidFill>
          </c:spPr>
          <c:cat>
            <c:strRef>
              <c:f>'Chart Data'!$A$2:$A$9</c:f>
              <c:strCache>
                <c:ptCount val="8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  <c:pt idx="4">
                  <c:v>A4-P</c:v>
                </c:pt>
                <c:pt idx="5">
                  <c:v>A4-S</c:v>
                </c:pt>
                <c:pt idx="6">
                  <c:v>A5</c:v>
                </c:pt>
                <c:pt idx="7">
                  <c:v>A6</c:v>
                </c:pt>
              </c:strCache>
            </c:strRef>
          </c:cat>
          <c:val>
            <c:numRef>
              <c:f>'Chart Data'!$B$2:$B$9</c:f>
              <c:numCache>
                <c:formatCode>0%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0.280341</c:v>
                </c:pt>
                <c:pt idx="4">
                  <c:v>0.367508</c:v>
                </c:pt>
                <c:pt idx="5">
                  <c:v>0.361791</c:v>
                </c:pt>
                <c:pt idx="6">
                  <c:v>0.503426</c:v>
                </c:pt>
                <c:pt idx="7">
                  <c:v>0.539947</c:v>
                </c:pt>
              </c:numCache>
            </c:numRef>
          </c:val>
        </c:ser>
        <c:ser>
          <c:idx val="1"/>
          <c:order val="1"/>
          <c:tx>
            <c:v>mAP50-95</c:v>
          </c:tx>
          <c:spPr>
            <a:solidFill xmlns:a="http://schemas.openxmlformats.org/drawingml/2006/main">
              <a:srgbClr val="7FC8E5"/>
            </a:solidFill>
          </c:spPr>
          <c:cat>
            <c:strRef>
              <c:f>'Chart Data'!$C$2:$C$9</c:f>
              <c:strCache>
                <c:ptCount val="8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  <c:pt idx="4">
                  <c:v>A4-P</c:v>
                </c:pt>
                <c:pt idx="5">
                  <c:v>A4-S</c:v>
                </c:pt>
                <c:pt idx="6">
                  <c:v>A5</c:v>
                </c:pt>
                <c:pt idx="7">
                  <c:v>A6</c:v>
                </c:pt>
              </c:strCache>
            </c:strRef>
          </c:cat>
          <c:val>
            <c:numRef>
              <c:f>'Chart Data'!$D$2:$D$9</c:f>
              <c:numCache>
                <c:formatCode>0%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0.113426</c:v>
                </c:pt>
                <c:pt idx="4">
                  <c:v>0.148481</c:v>
                </c:pt>
                <c:pt idx="5">
                  <c:v>0.154132</c:v>
                </c:pt>
                <c:pt idx="6">
                  <c:v>0.243931</c:v>
                </c:pt>
                <c:pt idx="7">
                  <c:v>0.228827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2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B7A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mAP50</c:v>
          </c:tx>
          <c:spPr>
            <a:solidFill xmlns:a="http://schemas.openxmlformats.org/drawingml/2006/main">
              <a:srgbClr val="4A90E2"/>
            </a:solidFill>
          </c:spPr>
          <c:cat>
            <c:strRef>
              <c:f>'Chart Data'!$A$2:$A$5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</c:v>
                </c:pt>
                <c:pt idx="1">
                  <c:v>0.753396</c:v>
                </c:pt>
                <c:pt idx="2">
                  <c:v>0</c:v>
                </c:pt>
                <c:pt idx="3">
                  <c:v>0.713009</c:v>
                </c:pt>
              </c:numCache>
            </c:numRef>
          </c:val>
        </c:ser>
        <c:ser>
          <c:idx val="1"/>
          <c:order val="1"/>
          <c:tx>
            <c:v>mAP50-95</c:v>
          </c:tx>
          <c:spPr>
            <a:solidFill xmlns:a="http://schemas.openxmlformats.org/drawingml/2006/main">
              <a:srgbClr val="7FC8E5"/>
            </a:solidFill>
          </c:spPr>
          <c:cat>
            <c:strRef>
              <c:f>'Chart Data'!$C$2:$C$5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</c:v>
                </c:pt>
                <c:pt idx="1">
                  <c:v>0.332284</c:v>
                </c:pt>
                <c:pt idx="2">
                  <c:v>0</c:v>
                </c:pt>
                <c:pt idx="3">
                  <c:v>0.320162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2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B7A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002D-944D-496B-A5A1-D2DD42E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F0E50-8186-4F9E-8C9A-E78DD95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84C9A-A408-497A-9EA0-5818D6FA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DAEB2-7628-4F42-B68E-6E09477E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A 系列训练分支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BC2C8-1B20-44D0-8B50-362300F1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4173200" cy="487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572000"/>
                <a:gridCol w="4095750"/>
                <a:gridCol w="426720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训练数据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新增数据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主要变量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干净背景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基线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A1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+ 合成图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合成小目标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尺度与噪声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+ 手机视频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手机小目标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真实手机画面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A3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+ 相机视频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部署相机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场景适配</a:t>
                      </a:r>
                    </a:p>
                  </a:txBody>
                  <a:tcPr marL="95250" marR="95250" marT="57150" marB="57150" anchor="ctr">
                    <a:solidFill>
                      <a:srgbClr val="F7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A4-P / A4-S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+ 相机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手机 / 合成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组合数据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A5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 + 相机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Think Bar、Ziploc 新视频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类别平衡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A6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A5 + 手机视频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手机小目标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平衡相机 + 手机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300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1522E-030A-4C4E-BEAB-309E547B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746A-D04C-439B-929C-BC4C2A0D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C709-A60F-4499-8583-2518919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D6C72-792C-4B94-A7AD-D56738DC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A 系列 A6 mAP50 最高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953D9-333C-45E8-9C84-0AC5B7AA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81050" y="1790700"/>
          <a:ext xmlns:a="http://schemas.openxmlformats.org/drawingml/2006/main" cx="13620750" cy="533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0b07e1a30a4703"/>
          </a:graphicData>
        </a:graphic>
      </p:graphicFrame>
    </p:spTree>
    <p:extLst>
      <p:ext uri="{BB962C8B-B14F-4D97-AF65-F5344CB8AC3E}">
        <p14:creationId xmlns:p14="http://schemas.microsoft.com/office/powerpoint/2010/main" val="1143304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20536-F864-4D6B-8DE3-A860E60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4D3FB-B79A-4DC0-95B1-76F2D39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D64FA-E085-4CF1-8442-6009D13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6F61A-D5CF-47F9-94BF-20DA8FB7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A 系列 A5 多商品覆盖更稳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663E9-5746-496D-BAA1-3815086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51985-6710-43E7-8BDE-F3191229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A5 Balanced 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74CCC-7462-4853-9CC3-2864928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A6 Camera +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6223-8D2A-4FC5-907B-311B030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14550"/>
            <a:ext cx="552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视频 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32c35c8514a00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1145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20215-7C86-405F-B7C0-7EF51C1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100%   Think 45.7%   Ziploc 65.4%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af8e84a8c469f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21145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ECC25-EA14-43DA-B302-408A5C69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100%   Think 45.6%   Ziploc 60.3%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38A2C-3F01-43EB-8969-7EA7E35F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91150"/>
            <a:ext cx="552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视频 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b574623f245d7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53911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B84DE-3AB9-475F-88C6-59967361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295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100%   Think 11.0%   Ziploc 93.7%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51cd1740d458a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53911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699EC-15C7-471E-90B1-46989BA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8295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100%   Think 6.0%   Ziploc 58.4%</a:t>
            </a:r>
          </a:p>
        </p:txBody>
      </p:sp>
    </p:spTree>
    <p:extLst>
      <p:ext uri="{BB962C8B-B14F-4D97-AF65-F5344CB8AC3E}">
        <p14:creationId xmlns:p14="http://schemas.microsoft.com/office/powerpoint/2010/main" val="1086736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6CB15-5464-4E36-8650-33C26CD5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B9088-1F8F-43B9-ABC4-73B375D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53B5F-BA08-4379-8B6B-537C065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2C328-84CE-4EAA-9CEB-B2F7DA6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B 系列训练分支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2A4A2-D7D4-4230-8B0C-02B2629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4173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762500"/>
                <a:gridCol w="4095750"/>
                <a:gridCol w="388620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训练数据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新增数据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主要变量</a:t>
                      </a:r>
                    </a:p>
                  </a:txBody>
                  <a:tcPr marL="95250" marR="95250" marT="57150" marB="57150" anchor="ctr">
                    <a:solidFill>
                      <a:srgbClr val="245F7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干净背景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基线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B1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+ 相机视频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部署相机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场景适配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+ 手机视频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手机小目标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真实手机画面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B4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+ 相机 + 手机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两类真实数据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02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场景与尺度</a:t>
                      </a:r>
                    </a:p>
                  </a:txBody>
                  <a:tcPr marL="95250" marR="95250" marT="57150" marB="57150" anchor="ctr"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035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489C0-FBAF-4C82-8677-416CEC2B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571E1-E5E8-40A0-A9F5-A58DDEBF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FF899-354D-4D07-B5EC-B7D852D0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60052-C0BB-411D-934B-A3CA1A94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B 系列 B1 综合精度最高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8DCDD-9081-4931-81A4-34052AB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81050" y="1790700"/>
          <a:ext xmlns:a="http://schemas.openxmlformats.org/drawingml/2006/main" cx="13620750" cy="533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b974300963415a"/>
          </a:graphicData>
        </a:graphic>
      </p:graphicFrame>
    </p:spTree>
    <p:extLst>
      <p:ext uri="{BB962C8B-B14F-4D97-AF65-F5344CB8AC3E}">
        <p14:creationId xmlns:p14="http://schemas.microsoft.com/office/powerpoint/2010/main" val="985466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3E82E-14CD-4C54-AD21-15699A2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463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F1CF8-2386-4CF1-BEFB-5380F15A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CONTROLLED OBJECT-DETECTION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922EC-E72F-4168-85F5-A955760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FRAMEWORK V1 REBUILD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37A62-5AA5-4BD9-AFE2-80BC626D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421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4202E"/>
                </a:solidFill>
                <a:latin typeface="Arial Unicode MS"/>
                <a:ea typeface="Arial Unicode MS"/>
                <a:cs typeface="Arial Unicode MS"/>
              </a:rPr>
              <a:t>B 系列 B4 类别覆盖更均衡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5F8F2-F1E0-4016-BDD8-27B4716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34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59B67-A7B0-4FEE-9CCA-0694436F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B1 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5B51D-8E44-4D87-A6D4-F0D82EA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45F78"/>
                </a:solidFill>
                <a:latin typeface="Arial Unicode MS"/>
                <a:ea typeface="Arial Unicode MS"/>
                <a:cs typeface="Arial Unicode MS"/>
              </a:rPr>
              <a:t>B4 Camera +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98CE-769A-4409-B0A5-38FCA215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14550"/>
            <a:ext cx="552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视频 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0c474413e4330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1145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E824C-DCEF-4121-AF78-36F1050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63.2%   Oreo 0%   Goodwipes 15.7%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bea508c4b4d3f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21145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F2ECB-0F8E-4FDA-9069-FC579E4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34.9%   Oreo 26.8%   Goodwipes 23.4%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02BA8-D8BD-4E20-AB85-50968860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91150"/>
            <a:ext cx="552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视频 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0b48f161546e6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53911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2978E-0520-4EC5-B2E5-2FCE1326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295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39.4%   Oreo 25.3%   Goodwipes 13.6%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5a0f2d4304f31"/>
          <a:srcRect xmlns:a="http://schemas.openxmlformats.org/drawingml/2006/main" l="0" t="18309" r="0" b="18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5391150"/>
            <a:ext cx="6572250" cy="2343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37097-77DE-48AD-B896-9091D663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8295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>
                <a:solidFill>
                  <a:srgbClr val="5B6B7A"/>
                </a:solidFill>
                <a:latin typeface="Arial Unicode MS"/>
                <a:ea typeface="Arial Unicode MS"/>
                <a:cs typeface="Arial Unicode MS"/>
              </a:rPr>
              <a:t>Coke 29.7%   Oreo 21.4%   Goodwipes 42.8%</a:t>
            </a:r>
          </a:p>
        </p:txBody>
      </p:sp>
    </p:spTree>
    <p:extLst>
      <p:ext uri="{BB962C8B-B14F-4D97-AF65-F5344CB8AC3E}">
        <p14:creationId xmlns:p14="http://schemas.microsoft.com/office/powerpoint/2010/main" val="1925569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2026-09-21T16:52:25.9210000Z</dcterms:created>
  <dcterms:modified xsi:type="dcterms:W3CDTF">2026-09-21T16:52:25.9210000Z</dcterms:modified>
</coreProperties>
</file>